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8" r:id="rId2"/>
    <p:sldMasterId id="2147483662" r:id="rId3"/>
  </p:sldMasterIdLst>
  <p:handoutMasterIdLst>
    <p:handoutMasterId r:id="rId27"/>
  </p:handoutMasterIdLst>
  <p:sldIdLst>
    <p:sldId id="265" r:id="rId4"/>
    <p:sldId id="266" r:id="rId5"/>
    <p:sldId id="257" r:id="rId6"/>
    <p:sldId id="258" r:id="rId7"/>
    <p:sldId id="259" r:id="rId8"/>
    <p:sldId id="260" r:id="rId9"/>
    <p:sldId id="261" r:id="rId10"/>
    <p:sldId id="262" r:id="rId11"/>
    <p:sldId id="285" r:id="rId12"/>
    <p:sldId id="264" r:id="rId13"/>
    <p:sldId id="287" r:id="rId14"/>
    <p:sldId id="276" r:id="rId15"/>
    <p:sldId id="288" r:id="rId16"/>
    <p:sldId id="278" r:id="rId17"/>
    <p:sldId id="289" r:id="rId18"/>
    <p:sldId id="280" r:id="rId19"/>
    <p:sldId id="290" r:id="rId20"/>
    <p:sldId id="272" r:id="rId21"/>
    <p:sldId id="291" r:id="rId22"/>
    <p:sldId id="283" r:id="rId23"/>
    <p:sldId id="292" r:id="rId24"/>
    <p:sldId id="284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A9B030-5117-441F-85DD-758494F249EC}">
          <p14:sldIdLst>
            <p14:sldId id="265"/>
            <p14:sldId id="266"/>
          </p14:sldIdLst>
        </p14:section>
        <p14:section name="Untitled Section" id="{9A3B444A-0955-4BE8-BAA5-DA7DFE297361}">
          <p14:sldIdLst>
            <p14:sldId id="257"/>
            <p14:sldId id="258"/>
            <p14:sldId id="259"/>
            <p14:sldId id="260"/>
            <p14:sldId id="261"/>
            <p14:sldId id="262"/>
            <p14:sldId id="285"/>
            <p14:sldId id="264"/>
            <p14:sldId id="287"/>
            <p14:sldId id="276"/>
            <p14:sldId id="288"/>
            <p14:sldId id="278"/>
            <p14:sldId id="289"/>
            <p14:sldId id="280"/>
            <p14:sldId id="290"/>
            <p14:sldId id="272"/>
            <p14:sldId id="291"/>
            <p14:sldId id="283"/>
            <p14:sldId id="292"/>
            <p14:sldId id="284"/>
          </p14:sldIdLst>
        </p14:section>
        <p14:section name="Untitled Section" id="{86F7668F-5657-450F-8158-07BE76CD4A0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147"/>
    <a:srgbClr val="190649"/>
    <a:srgbClr val="512BD4"/>
    <a:srgbClr val="B9AAEE"/>
    <a:srgbClr val="FAFAFA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36"/>
    <p:restoredTop sz="94719"/>
  </p:normalViewPr>
  <p:slideViewPr>
    <p:cSldViewPr snapToGrid="0">
      <p:cViewPr varScale="1">
        <p:scale>
          <a:sx n="90" d="100"/>
          <a:sy n="90" d="100"/>
        </p:scale>
        <p:origin x="59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Parenzan" userId="a83bbb23f3e251dc" providerId="LiveId" clId="{5D234868-AD62-4683-8D45-4D00F848BDE7}"/>
    <pc:docChg chg="undo custSel addSld delSld modSld sldOrd modMainMaster addSection modSection">
      <pc:chgData name="Marco Parenzan" userId="a83bbb23f3e251dc" providerId="LiveId" clId="{5D234868-AD62-4683-8D45-4D00F848BDE7}" dt="2026-02-28T07:05:57.152" v="177" actId="47"/>
      <pc:docMkLst>
        <pc:docMk/>
      </pc:docMkLst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57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57"/>
            <ac:spMk id="3" creationId="{00000000-0000-0000-0000-000000000000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58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58"/>
            <ac:spMk id="3" creationId="{00000000-0000-0000-0000-000000000000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9.072" v="168" actId="27636"/>
        <pc:sldMkLst>
          <pc:docMk/>
          <pc:sldMk cId="0" sldId="259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9.072" v="168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60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60"/>
            <ac:spMk id="3" creationId="{00000000-0000-0000-0000-000000000000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61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61"/>
            <ac:spMk id="3" creationId="{00000000-0000-0000-0000-000000000000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62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62"/>
            <ac:spMk id="3" creationId="{00000000-0000-0000-0000-000000000000}"/>
          </ac:spMkLst>
        </pc:spChg>
      </pc:sldChg>
      <pc:sldChg chg="addSp modSp add del mod modClrScheme chgLayout">
        <pc:chgData name="Marco Parenzan" userId="a83bbb23f3e251dc" providerId="LiveId" clId="{5D234868-AD62-4683-8D45-4D00F848BDE7}" dt="2026-02-28T07:05:45.672" v="173" actId="47"/>
        <pc:sldMkLst>
          <pc:docMk/>
          <pc:sldMk cId="0" sldId="263"/>
        </pc:sldMkLst>
        <pc:spChg chg="mod">
          <ac:chgData name="Marco Parenzan" userId="a83bbb23f3e251dc" providerId="LiveId" clId="{5D234868-AD62-4683-8D45-4D00F848BDE7}" dt="2026-02-28T07:05:41.234" v="172" actId="1076"/>
          <ac:spMkLst>
            <pc:docMk/>
            <pc:sldMk cId="0" sldId="263"/>
            <ac:spMk id="4" creationId="{00000000-0000-0000-0000-000000000000}"/>
          </ac:spMkLst>
        </pc:spChg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63"/>
            <ac:spMk id="5" creationId="{3A92C245-FEB2-D45A-2574-52E6EB092E7E}"/>
          </ac:spMkLst>
        </pc:spChg>
        <pc:spChg chg="add mod ord">
          <ac:chgData name="Marco Parenzan" userId="a83bbb23f3e251dc" providerId="LiveId" clId="{5D234868-AD62-4683-8D45-4D00F848BDE7}" dt="2026-02-28T07:05:38.834" v="171" actId="1076"/>
          <ac:spMkLst>
            <pc:docMk/>
            <pc:sldMk cId="0" sldId="263"/>
            <ac:spMk id="6" creationId="{EF974718-4701-97EF-A42C-22E4A80326D6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64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arco Parenzan" userId="a83bbb23f3e251dc" providerId="LiveId" clId="{5D234868-AD62-4683-8D45-4D00F848BDE7}" dt="2026-02-28T07:02:15.075" v="143" actId="20577"/>
        <pc:sldMkLst>
          <pc:docMk/>
          <pc:sldMk cId="448018491" sldId="265"/>
        </pc:sldMkLst>
        <pc:spChg chg="mod">
          <ac:chgData name="Marco Parenzan" userId="a83bbb23f3e251dc" providerId="LiveId" clId="{5D234868-AD62-4683-8D45-4D00F848BDE7}" dt="2026-02-28T07:02:15.075" v="143" actId="20577"/>
          <ac:spMkLst>
            <pc:docMk/>
            <pc:sldMk cId="448018491" sldId="265"/>
            <ac:spMk id="4" creationId="{0AA04F39-FFFC-2E03-CFD5-919823857A0C}"/>
          </ac:spMkLst>
        </pc:spChg>
      </pc:sldChg>
      <pc:sldChg chg="addSp delSp modSp mod modClrScheme chgLayout">
        <pc:chgData name="Marco Parenzan" userId="a83bbb23f3e251dc" providerId="LiveId" clId="{5D234868-AD62-4683-8D45-4D00F848BDE7}" dt="2026-02-27T09:06:48.930" v="106" actId="700"/>
        <pc:sldMkLst>
          <pc:docMk/>
          <pc:sldMk cId="3317753286" sldId="266"/>
        </pc:sldMkLst>
        <pc:spChg chg="add del mod ord">
          <ac:chgData name="Marco Parenzan" userId="a83bbb23f3e251dc" providerId="LiveId" clId="{5D234868-AD62-4683-8D45-4D00F848BDE7}" dt="2026-02-27T09:06:48.930" v="106" actId="700"/>
          <ac:spMkLst>
            <pc:docMk/>
            <pc:sldMk cId="3317753286" sldId="266"/>
            <ac:spMk id="2" creationId="{C08E7487-1A3C-6F51-5F6E-244D6D886C80}"/>
          </ac:spMkLst>
        </pc:spChg>
        <pc:spChg chg="del mod ord">
          <ac:chgData name="Marco Parenzan" userId="a83bbb23f3e251dc" providerId="LiveId" clId="{5D234868-AD62-4683-8D45-4D00F848BDE7}" dt="2026-02-27T09:06:14.626" v="105" actId="700"/>
          <ac:spMkLst>
            <pc:docMk/>
            <pc:sldMk cId="3317753286" sldId="266"/>
            <ac:spMk id="3" creationId="{0F08D1D7-5F8F-4489-BFAD-6805AEFED8EC}"/>
          </ac:spMkLst>
        </pc:spChg>
        <pc:spChg chg="add mod ord">
          <ac:chgData name="Marco Parenzan" userId="a83bbb23f3e251dc" providerId="LiveId" clId="{5D234868-AD62-4683-8D45-4D00F848BDE7}" dt="2026-02-27T09:06:48.930" v="106" actId="700"/>
          <ac:spMkLst>
            <pc:docMk/>
            <pc:sldMk cId="3317753286" sldId="266"/>
            <ac:spMk id="4" creationId="{DCDC0DA2-1D82-C0F8-3120-49C5ACAB712E}"/>
          </ac:spMkLst>
        </pc:spChg>
      </pc:sldChg>
      <pc:sldChg chg="modSp mod ord">
        <pc:chgData name="Marco Parenzan" userId="a83bbb23f3e251dc" providerId="LiveId" clId="{5D234868-AD62-4683-8D45-4D00F848BDE7}" dt="2026-02-28T07:02:41.563" v="162" actId="20577"/>
        <pc:sldMkLst>
          <pc:docMk/>
          <pc:sldMk cId="312928708" sldId="267"/>
        </pc:sldMkLst>
        <pc:spChg chg="mod">
          <ac:chgData name="Marco Parenzan" userId="a83bbb23f3e251dc" providerId="LiveId" clId="{5D234868-AD62-4683-8D45-4D00F848BDE7}" dt="2026-02-28T07:02:41.563" v="162" actId="20577"/>
          <ac:spMkLst>
            <pc:docMk/>
            <pc:sldMk cId="312928708" sldId="267"/>
            <ac:spMk id="2" creationId="{252A699F-BA61-706A-4477-DF3B73E24692}"/>
          </ac:spMkLst>
        </pc:spChg>
      </pc:sldChg>
      <pc:sldChg chg="addSp delSp modSp del mod modClrScheme chgLayout">
        <pc:chgData name="Marco Parenzan" userId="a83bbb23f3e251dc" providerId="LiveId" clId="{5D234868-AD62-4683-8D45-4D00F848BDE7}" dt="2026-02-28T07:04:23.744" v="169" actId="47"/>
        <pc:sldMkLst>
          <pc:docMk/>
          <pc:sldMk cId="1883569378" sldId="268"/>
        </pc:sldMkLst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1883569378" sldId="268"/>
            <ac:spMk id="2" creationId="{D3F41BA7-0DA3-5459-D57D-03131E123F48}"/>
          </ac:spMkLst>
        </pc:spChg>
        <pc:spChg chg="del mod ord">
          <ac:chgData name="Marco Parenzan" userId="a83bbb23f3e251dc" providerId="LiveId" clId="{5D234868-AD62-4683-8D45-4D00F848BDE7}" dt="2026-02-28T07:04:18.937" v="167" actId="700"/>
          <ac:spMkLst>
            <pc:docMk/>
            <pc:sldMk cId="1883569378" sldId="268"/>
            <ac:spMk id="3" creationId="{34DC38A3-3315-56E0-E56D-C629EC48B5DB}"/>
          </ac:spMkLst>
        </pc:spChg>
        <pc:spChg chg="del mod ord">
          <ac:chgData name="Marco Parenzan" userId="a83bbb23f3e251dc" providerId="LiveId" clId="{5D234868-AD62-4683-8D45-4D00F848BDE7}" dt="2026-02-28T07:04:18.937" v="167" actId="700"/>
          <ac:spMkLst>
            <pc:docMk/>
            <pc:sldMk cId="1883569378" sldId="268"/>
            <ac:spMk id="4" creationId="{829BD7E9-8C3D-21D8-5032-873BDBCDC5B7}"/>
          </ac:spMkLst>
        </pc:spChg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1883569378" sldId="268"/>
            <ac:spMk id="5" creationId="{599F791F-B593-72DA-EBA7-37191742FA3C}"/>
          </ac:spMkLst>
        </pc:spChg>
      </pc:sldChg>
      <pc:sldChg chg="del">
        <pc:chgData name="Marco Parenzan" userId="a83bbb23f3e251dc" providerId="LiveId" clId="{5D234868-AD62-4683-8D45-4D00F848BDE7}" dt="2026-02-28T07:04:23.744" v="169" actId="47"/>
        <pc:sldMkLst>
          <pc:docMk/>
          <pc:sldMk cId="2387457348" sldId="269"/>
        </pc:sldMkLst>
      </pc:sldChg>
      <pc:sldChg chg="addSp delSp modSp del mod chgLayout">
        <pc:chgData name="Marco Parenzan" userId="a83bbb23f3e251dc" providerId="LiveId" clId="{5D234868-AD62-4683-8D45-4D00F848BDE7}" dt="2026-02-28T07:04:23.744" v="169" actId="47"/>
        <pc:sldMkLst>
          <pc:docMk/>
          <pc:sldMk cId="484590535" sldId="270"/>
        </pc:sldMkLst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484590535" sldId="270"/>
            <ac:spMk id="2" creationId="{943AC96C-C661-67CB-BDB7-DDE3A09480D8}"/>
          </ac:spMkLst>
        </pc:spChg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484590535" sldId="270"/>
            <ac:spMk id="3" creationId="{491328C5-6940-E38F-ACCB-121EB71617DB}"/>
          </ac:spMkLst>
        </pc:spChg>
        <pc:spChg chg="del">
          <ac:chgData name="Marco Parenzan" userId="a83bbb23f3e251dc" providerId="LiveId" clId="{5D234868-AD62-4683-8D45-4D00F848BDE7}" dt="2026-02-28T07:04:18.937" v="167" actId="700"/>
          <ac:spMkLst>
            <pc:docMk/>
            <pc:sldMk cId="484590535" sldId="270"/>
            <ac:spMk id="4" creationId="{2A006D2A-418A-E628-9061-64A625F80BA7}"/>
          </ac:spMkLst>
        </pc:spChg>
        <pc:spChg chg="del">
          <ac:chgData name="Marco Parenzan" userId="a83bbb23f3e251dc" providerId="LiveId" clId="{5D234868-AD62-4683-8D45-4D00F848BDE7}" dt="2026-02-28T07:04:18.937" v="167" actId="700"/>
          <ac:spMkLst>
            <pc:docMk/>
            <pc:sldMk cId="484590535" sldId="270"/>
            <ac:spMk id="5" creationId="{EAEC54D3-8FF5-B287-4577-B83D592C0A60}"/>
          </ac:spMkLst>
        </pc:spChg>
      </pc:sldChg>
      <pc:sldChg chg="addSp delSp modSp del mod modClrScheme chgLayout">
        <pc:chgData name="Marco Parenzan" userId="a83bbb23f3e251dc" providerId="LiveId" clId="{5D234868-AD62-4683-8D45-4D00F848BDE7}" dt="2026-02-28T07:04:23.744" v="169" actId="47"/>
        <pc:sldMkLst>
          <pc:docMk/>
          <pc:sldMk cId="2608209452" sldId="271"/>
        </pc:sldMkLst>
        <pc:spChg chg="del mod ord">
          <ac:chgData name="Marco Parenzan" userId="a83bbb23f3e251dc" providerId="LiveId" clId="{5D234868-AD62-4683-8D45-4D00F848BDE7}" dt="2026-02-28T07:04:18.937" v="167" actId="700"/>
          <ac:spMkLst>
            <pc:docMk/>
            <pc:sldMk cId="2608209452" sldId="271"/>
            <ac:spMk id="2" creationId="{CA5632D0-11B1-056A-5A15-D3C91CF518E8}"/>
          </ac:spMkLst>
        </pc:spChg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2608209452" sldId="271"/>
            <ac:spMk id="3" creationId="{4580AB0A-BB65-5901-59F0-865120D324E5}"/>
          </ac:spMkLst>
        </pc:spChg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2608209452" sldId="271"/>
            <ac:spMk id="4" creationId="{F543CAE5-E6FB-5097-88E8-6C3EBFF4A4F0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72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2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2"/>
            <ac:spMk id="3" creationId="{00000000-0000-0000-0000-000000000000}"/>
          </ac:spMkLst>
        </pc:spChg>
      </pc:sldChg>
      <pc:sldChg chg="del">
        <pc:chgData name="Marco Parenzan" userId="a83bbb23f3e251dc" providerId="LiveId" clId="{5D234868-AD62-4683-8D45-4D00F848BDE7}" dt="2026-02-28T07:04:23.744" v="169" actId="47"/>
        <pc:sldMkLst>
          <pc:docMk/>
          <pc:sldMk cId="1981339467" sldId="273"/>
        </pc:sldMkLst>
      </pc:sldChg>
      <pc:sldChg chg="new del">
        <pc:chgData name="Marco Parenzan" userId="a83bbb23f3e251dc" providerId="LiveId" clId="{5D234868-AD62-4683-8D45-4D00F848BDE7}" dt="2026-02-28T07:04:23.744" v="169" actId="47"/>
        <pc:sldMkLst>
          <pc:docMk/>
          <pc:sldMk cId="2542934720" sldId="274"/>
        </pc:sldMkLst>
      </pc:sldChg>
      <pc:sldChg chg="del">
        <pc:chgData name="Marco Parenzan" userId="a83bbb23f3e251dc" providerId="LiveId" clId="{5D234868-AD62-4683-8D45-4D00F848BDE7}" dt="2026-02-28T07:02:27.554" v="146" actId="47"/>
        <pc:sldMkLst>
          <pc:docMk/>
          <pc:sldMk cId="3726372117" sldId="274"/>
        </pc:sldMkLst>
      </pc:sldChg>
      <pc:sldChg chg="addSp modSp add del mod modClrScheme chgLayout">
        <pc:chgData name="Marco Parenzan" userId="a83bbb23f3e251dc" providerId="LiveId" clId="{5D234868-AD62-4683-8D45-4D00F848BDE7}" dt="2026-02-28T07:05:45.672" v="173" actId="47"/>
        <pc:sldMkLst>
          <pc:docMk/>
          <pc:sldMk cId="0" sldId="275"/>
        </pc:sldMkLst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5"/>
            <ac:spMk id="5" creationId="{EEDBCCC7-D2C1-F6EF-C327-AD4C5E756C18}"/>
          </ac:spMkLst>
        </pc:spChg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5"/>
            <ac:spMk id="6" creationId="{A049B151-33E9-755E-AFF0-3CF31ACFCB89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76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6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6"/>
            <ac:spMk id="3" creationId="{00000000-0000-0000-0000-000000000000}"/>
          </ac:spMkLst>
        </pc:spChg>
      </pc:sldChg>
      <pc:sldChg chg="addSp modSp add del mod modClrScheme chgLayout">
        <pc:chgData name="Marco Parenzan" userId="a83bbb23f3e251dc" providerId="LiveId" clId="{5D234868-AD62-4683-8D45-4D00F848BDE7}" dt="2026-02-28T07:05:49.742" v="174" actId="47"/>
        <pc:sldMkLst>
          <pc:docMk/>
          <pc:sldMk cId="0" sldId="277"/>
        </pc:sldMkLst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7"/>
            <ac:spMk id="5" creationId="{98F8CB0E-55A3-88AD-DE59-4455A7518920}"/>
          </ac:spMkLst>
        </pc:spChg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7"/>
            <ac:spMk id="6" creationId="{1F5CECE2-1494-F951-4862-7FED183A007D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78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8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8"/>
            <ac:spMk id="3" creationId="{00000000-0000-0000-0000-000000000000}"/>
          </ac:spMkLst>
        </pc:spChg>
      </pc:sldChg>
      <pc:sldChg chg="addSp modSp add del mod modClrScheme chgLayout">
        <pc:chgData name="Marco Parenzan" userId="a83bbb23f3e251dc" providerId="LiveId" clId="{5D234868-AD62-4683-8D45-4D00F848BDE7}" dt="2026-02-28T07:05:51.982" v="175" actId="47"/>
        <pc:sldMkLst>
          <pc:docMk/>
          <pc:sldMk cId="0" sldId="279"/>
        </pc:sldMkLst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9"/>
            <ac:spMk id="5" creationId="{A2E7A874-630A-D66B-A973-C9E758724A4A}"/>
          </ac:spMkLst>
        </pc:spChg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79"/>
            <ac:spMk id="6" creationId="{6C575B1B-39E3-CC02-0BAC-522FF5088ACC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80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80"/>
            <ac:spMk id="3" creationId="{00000000-0000-0000-0000-000000000000}"/>
          </ac:spMkLst>
        </pc:spChg>
      </pc:sldChg>
      <pc:sldChg chg="addSp modSp add del mod modClrScheme chgLayout">
        <pc:chgData name="Marco Parenzan" userId="a83bbb23f3e251dc" providerId="LiveId" clId="{5D234868-AD62-4683-8D45-4D00F848BDE7}" dt="2026-02-28T07:05:54.312" v="176" actId="47"/>
        <pc:sldMkLst>
          <pc:docMk/>
          <pc:sldMk cId="0" sldId="281"/>
        </pc:sldMkLst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81"/>
            <ac:spMk id="5" creationId="{10C91524-F940-EEE4-A25F-8EADBB60B5CF}"/>
          </ac:spMkLst>
        </pc:spChg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81"/>
            <ac:spMk id="6" creationId="{2647780B-A2CA-99ED-95FE-DED2133AFB0F}"/>
          </ac:spMkLst>
        </pc:spChg>
      </pc:sldChg>
      <pc:sldChg chg="addSp modSp add del mod modClrScheme chgLayout">
        <pc:chgData name="Marco Parenzan" userId="a83bbb23f3e251dc" providerId="LiveId" clId="{5D234868-AD62-4683-8D45-4D00F848BDE7}" dt="2026-02-28T07:05:57.152" v="177" actId="47"/>
        <pc:sldMkLst>
          <pc:docMk/>
          <pc:sldMk cId="0" sldId="282"/>
        </pc:sldMkLst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82"/>
            <ac:spMk id="5" creationId="{4534FE2D-624D-4924-9642-78F40A46B4DF}"/>
          </ac:spMkLst>
        </pc:spChg>
        <pc:spChg chg="add 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82"/>
            <ac:spMk id="6" creationId="{86A83509-EBC4-B584-EA56-EA30D2A77A78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83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83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83"/>
            <ac:spMk id="3" creationId="{00000000-0000-0000-0000-000000000000}"/>
          </ac:spMkLst>
        </pc:spChg>
      </pc:sldChg>
      <pc:sldChg chg="modSp add mod modClrScheme chgLayout">
        <pc:chgData name="Marco Parenzan" userId="a83bbb23f3e251dc" providerId="LiveId" clId="{5D234868-AD62-4683-8D45-4D00F848BDE7}" dt="2026-02-28T07:04:18.937" v="167" actId="700"/>
        <pc:sldMkLst>
          <pc:docMk/>
          <pc:sldMk cId="0" sldId="284"/>
        </pc:sldMkLst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84"/>
            <ac:spMk id="2" creationId="{00000000-0000-0000-0000-000000000000}"/>
          </ac:spMkLst>
        </pc:spChg>
        <pc:spChg chg="mod ord">
          <ac:chgData name="Marco Parenzan" userId="a83bbb23f3e251dc" providerId="LiveId" clId="{5D234868-AD62-4683-8D45-4D00F848BDE7}" dt="2026-02-28T07:04:18.937" v="167" actId="700"/>
          <ac:spMkLst>
            <pc:docMk/>
            <pc:sldMk cId="0" sldId="284"/>
            <ac:spMk id="3" creationId="{00000000-0000-0000-0000-000000000000}"/>
          </ac:spMkLst>
        </pc:spChg>
      </pc:sldChg>
      <pc:sldMasterChg chg="addSp modSp mod modSldLayout">
        <pc:chgData name="Marco Parenzan" userId="a83bbb23f3e251dc" providerId="LiveId" clId="{5D234868-AD62-4683-8D45-4D00F848BDE7}" dt="2026-02-28T07:03:01.566" v="165" actId="20577"/>
        <pc:sldMasterMkLst>
          <pc:docMk/>
          <pc:sldMasterMk cId="3048249942" sldId="2147483662"/>
        </pc:sldMasterMkLst>
        <pc:picChg chg="add mod">
          <ac:chgData name="Marco Parenzan" userId="a83bbb23f3e251dc" providerId="LiveId" clId="{5D234868-AD62-4683-8D45-4D00F848BDE7}" dt="2026-02-27T09:05:46.157" v="104" actId="14100"/>
          <ac:picMkLst>
            <pc:docMk/>
            <pc:sldMasterMk cId="3048249942" sldId="2147483662"/>
            <ac:picMk id="4" creationId="{720FE0CF-05EF-4544-6ECA-EC1552F8F48A}"/>
          </ac:picMkLst>
        </pc:picChg>
        <pc:sldLayoutChg chg="modSp mod">
          <pc:chgData name="Marco Parenzan" userId="a83bbb23f3e251dc" providerId="LiveId" clId="{5D234868-AD62-4683-8D45-4D00F848BDE7}" dt="2026-02-28T07:02:55.473" v="164" actId="207"/>
          <pc:sldLayoutMkLst>
            <pc:docMk/>
            <pc:sldMasterMk cId="3048249942" sldId="2147483662"/>
            <pc:sldLayoutMk cId="2977661845" sldId="2147483665"/>
          </pc:sldLayoutMkLst>
          <pc:spChg chg="mod">
            <ac:chgData name="Marco Parenzan" userId="a83bbb23f3e251dc" providerId="LiveId" clId="{5D234868-AD62-4683-8D45-4D00F848BDE7}" dt="2026-02-28T07:02:55.473" v="164" actId="207"/>
            <ac:spMkLst>
              <pc:docMk/>
              <pc:sldMasterMk cId="3048249942" sldId="2147483662"/>
              <pc:sldLayoutMk cId="2977661845" sldId="2147483665"/>
              <ac:spMk id="3" creationId="{B45B9336-7CF9-6DBE-2B3F-9A8906D1B34B}"/>
            </ac:spMkLst>
          </pc:spChg>
        </pc:sldLayoutChg>
        <pc:sldLayoutChg chg="modSp mod">
          <pc:chgData name="Marco Parenzan" userId="a83bbb23f3e251dc" providerId="LiveId" clId="{5D234868-AD62-4683-8D45-4D00F848BDE7}" dt="2026-02-28T07:03:01.566" v="165" actId="20577"/>
          <pc:sldLayoutMkLst>
            <pc:docMk/>
            <pc:sldMasterMk cId="3048249942" sldId="2147483662"/>
            <pc:sldLayoutMk cId="1348456344" sldId="2147483668"/>
          </pc:sldLayoutMkLst>
          <pc:spChg chg="mod">
            <ac:chgData name="Marco Parenzan" userId="a83bbb23f3e251dc" providerId="LiveId" clId="{5D234868-AD62-4683-8D45-4D00F848BDE7}" dt="2026-02-28T07:03:01.566" v="165" actId="20577"/>
            <ac:spMkLst>
              <pc:docMk/>
              <pc:sldMasterMk cId="3048249942" sldId="2147483662"/>
              <pc:sldLayoutMk cId="1348456344" sldId="2147483668"/>
              <ac:spMk id="3" creationId="{45FF3F87-0131-7BA2-72D5-E08759DB35F8}"/>
            </ac:spMkLst>
          </pc:spChg>
        </pc:sldLayoutChg>
        <pc:sldLayoutChg chg="modSp mod">
          <pc:chgData name="Marco Parenzan" userId="a83bbb23f3e251dc" providerId="LiveId" clId="{5D234868-AD62-4683-8D45-4D00F848BDE7}" dt="2026-02-28T07:02:50.742" v="163" actId="207"/>
          <pc:sldLayoutMkLst>
            <pc:docMk/>
            <pc:sldMasterMk cId="3048249942" sldId="2147483662"/>
            <pc:sldLayoutMk cId="401034613" sldId="2147483683"/>
          </pc:sldLayoutMkLst>
          <pc:spChg chg="mod">
            <ac:chgData name="Marco Parenzan" userId="a83bbb23f3e251dc" providerId="LiveId" clId="{5D234868-AD62-4683-8D45-4D00F848BDE7}" dt="2026-02-28T07:02:50.742" v="163" actId="207"/>
            <ac:spMkLst>
              <pc:docMk/>
              <pc:sldMasterMk cId="3048249942" sldId="2147483662"/>
              <pc:sldLayoutMk cId="401034613" sldId="2147483683"/>
              <ac:spMk id="5" creationId="{9EAECA2C-4EA2-D4F2-734E-8B2663FDA96E}"/>
            </ac:spMkLst>
          </pc:spChg>
        </pc:sldLayoutChg>
      </pc:sldMasterChg>
      <pc:sldMasterChg chg="modSp mod modSldLayout">
        <pc:chgData name="Marco Parenzan" userId="a83bbb23f3e251dc" providerId="LiveId" clId="{5D234868-AD62-4683-8D45-4D00F848BDE7}" dt="2026-02-13T07:43:11.558" v="101" actId="1076"/>
        <pc:sldMasterMkLst>
          <pc:docMk/>
          <pc:sldMasterMk cId="588639137" sldId="2147483672"/>
        </pc:sldMasterMkLst>
        <pc:picChg chg="mod">
          <ac:chgData name="Marco Parenzan" userId="a83bbb23f3e251dc" providerId="LiveId" clId="{5D234868-AD62-4683-8D45-4D00F848BDE7}" dt="2026-02-13T07:43:09.001" v="100" actId="1076"/>
          <ac:picMkLst>
            <pc:docMk/>
            <pc:sldMasterMk cId="588639137" sldId="2147483672"/>
            <ac:picMk id="6" creationId="{D3155FCE-4E66-E6C0-B0CB-B666A76DB2DF}"/>
          </ac:picMkLst>
        </pc:picChg>
        <pc:sldLayoutChg chg="addSp modSp mod">
          <pc:chgData name="Marco Parenzan" userId="a83bbb23f3e251dc" providerId="LiveId" clId="{5D234868-AD62-4683-8D45-4D00F848BDE7}" dt="2026-02-13T07:43:11.558" v="101" actId="1076"/>
          <pc:sldLayoutMkLst>
            <pc:docMk/>
            <pc:sldMasterMk cId="588639137" sldId="2147483672"/>
            <pc:sldLayoutMk cId="1650863424" sldId="2147483670"/>
          </pc:sldLayoutMkLst>
          <pc:picChg chg="add mod">
            <ac:chgData name="Marco Parenzan" userId="a83bbb23f3e251dc" providerId="LiveId" clId="{5D234868-AD62-4683-8D45-4D00F848BDE7}" dt="2026-02-13T07:43:11.558" v="101" actId="1076"/>
            <ac:picMkLst>
              <pc:docMk/>
              <pc:sldMasterMk cId="588639137" sldId="2147483672"/>
              <pc:sldLayoutMk cId="1650863424" sldId="2147483670"/>
              <ac:picMk id="3" creationId="{3961D329-0556-E917-32F0-705FC2B2224B}"/>
            </ac:picMkLst>
          </pc:picChg>
          <pc:picChg chg="mod">
            <ac:chgData name="Marco Parenzan" userId="a83bbb23f3e251dc" providerId="LiveId" clId="{5D234868-AD62-4683-8D45-4D00F848BDE7}" dt="2026-02-13T07:38:06.203" v="94" actId="1076"/>
            <ac:picMkLst>
              <pc:docMk/>
              <pc:sldMasterMk cId="588639137" sldId="2147483672"/>
              <pc:sldLayoutMk cId="1650863424" sldId="2147483670"/>
              <ac:picMk id="8" creationId="{C60CD916-1316-9BCA-7A87-C4AAC0F065AF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79F187-AA7B-B9EB-417D-A11042A5C0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B271A-CB58-D780-E97A-976ABB5C31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311FB-7E68-42D8-B905-797E3C8A5380}" type="datetimeFigureOut">
              <a:rPr lang="it-IT" smtClean="0"/>
              <a:t>28/02/2026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B5587-09B1-1B92-1987-298BD97B1D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FD8DB-864B-FF6D-9B9E-A3990A5A5F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778EB-3311-4540-80F9-10D60222649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1407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7553828-1DF9-28E2-0835-2E7F388A3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89881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Sponsors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B1D8FA-8652-7158-811F-67369BB660B6}"/>
              </a:ext>
            </a:extLst>
          </p:cNvPr>
          <p:cNvSpPr txBox="1"/>
          <p:nvPr userDrawn="1"/>
        </p:nvSpPr>
        <p:spPr>
          <a:xfrm>
            <a:off x="838200" y="343672"/>
            <a:ext cx="10541000" cy="89923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t-IT" sz="3200" dirty="0"/>
              <a:t>Sponsors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0CD916-1316-9BCA-7A87-C4AAC0F065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1709" y="1567130"/>
            <a:ext cx="7562103" cy="19812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61D329-0556-E917-32F0-705FC2B222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01492" y="4134569"/>
            <a:ext cx="2857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6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7553828-1DF9-28E2-0835-2E7F388A3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89881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t-IT" sz="3200" dirty="0"/>
              <a:t>About 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B1D8FA-8652-7158-811F-67369BB660B6}"/>
              </a:ext>
            </a:extLst>
          </p:cNvPr>
          <p:cNvSpPr txBox="1"/>
          <p:nvPr userDrawn="1"/>
        </p:nvSpPr>
        <p:spPr>
          <a:xfrm>
            <a:off x="838200" y="366062"/>
            <a:ext cx="10541000" cy="89923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t-IT" sz="3200" dirty="0"/>
              <a:t>About me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C56030-CDD4-781E-BC79-C43E63A234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52113" y="1868826"/>
            <a:ext cx="2162175" cy="20177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19C03B-AA60-6C55-1B8E-1853790F5F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567089"/>
            <a:ext cx="6926943" cy="375965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299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3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90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A50CF4F-5907-6C39-762B-A14FB24F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9" y="2801257"/>
            <a:ext cx="7155543" cy="2409371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lang="it-IT" sz="3200" b="1" dirty="0">
                <a:solidFill>
                  <a:schemeClr val="bg1"/>
                </a:solidFill>
                <a:latin typeface="Open Sans" pitchFamily="2" charset="0"/>
                <a:ea typeface="+mn-ea"/>
                <a:cs typeface="Open Sans" pitchFamily="2" charset="0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8009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AECA2C-4EA2-D4F2-734E-8B2663FDA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268607" cy="287972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rgbClr val="3241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78251B-A4E5-2344-D3F4-239C26835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8268607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34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2A9AB-AE88-89CB-1B76-390A6977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B9336-7CF9-6DBE-2B3F-9A8906D1B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324147"/>
                </a:solidFill>
              </a:defRPr>
            </a:lvl1pPr>
            <a:lvl2pPr>
              <a:defRPr>
                <a:solidFill>
                  <a:srgbClr val="324147"/>
                </a:solidFill>
              </a:defRPr>
            </a:lvl2pPr>
            <a:lvl3pPr>
              <a:defRPr>
                <a:solidFill>
                  <a:srgbClr val="324147"/>
                </a:solidFill>
              </a:defRPr>
            </a:lvl3pPr>
            <a:lvl4pPr>
              <a:defRPr>
                <a:solidFill>
                  <a:srgbClr val="324147"/>
                </a:solidFill>
              </a:defRPr>
            </a:lvl4pPr>
            <a:lvl5pPr>
              <a:defRPr>
                <a:solidFill>
                  <a:srgbClr val="3241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7661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2A9AB-AE88-89CB-1B76-390A6977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733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03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88CE-A252-6263-30B8-0AF3FFE1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F3F87-0131-7BA2-72D5-E08759DB3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level&lt;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B0771-0033-F9B5-EC49-F27E0C6D5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845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88CE-A252-6263-30B8-0AF3FFE1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F3F87-0131-7BA2-72D5-E08759DB3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41328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B0771-0033-F9B5-EC49-F27E0C6D5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99960" y="1825625"/>
            <a:ext cx="341328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A3BFD12-5F2E-131D-2F93-A7BD75B46FEC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944438" y="1825625"/>
            <a:ext cx="341328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5813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896805-5E99-8767-16A9-13F7E7D6CD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1656" y="365124"/>
            <a:ext cx="9176657" cy="1336163"/>
          </a:xfrm>
          <a:prstGeom prst="rect">
            <a:avLst/>
          </a:prstGeom>
        </p:spPr>
        <p:txBody>
          <a:bodyPr anchor="ctr"/>
          <a:lstStyle>
            <a:lvl1pPr>
              <a:defRPr sz="3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Demo</a:t>
            </a:r>
            <a:endParaRPr lang="it-IT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112F960-9285-3860-88A6-95FB6E1447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001" y="2061713"/>
            <a:ext cx="4781908" cy="301924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0B946-5470-D7D6-A57D-91FD903EBF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0782" y="1864406"/>
            <a:ext cx="5082270" cy="423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5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4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155FCE-4E66-E6C0-B0CB-B666A76DB2D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553028" y="5875203"/>
            <a:ext cx="2279238" cy="96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3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90" r:id="rId3"/>
    <p:sldLayoutId id="214748369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4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155FCE-4E66-E6C0-B0CB-B666A76DB2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5486" y="2614502"/>
            <a:ext cx="4371298" cy="18431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DE34BE-0702-9C6E-F001-0DDD648E13B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62845" y="4457699"/>
            <a:ext cx="2078305" cy="78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865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9257CBA-A82E-066B-F5AB-348B4741D07A}"/>
              </a:ext>
            </a:extLst>
          </p:cNvPr>
          <p:cNvSpPr/>
          <p:nvPr userDrawn="1"/>
        </p:nvSpPr>
        <p:spPr>
          <a:xfrm>
            <a:off x="0" y="365125"/>
            <a:ext cx="12192000" cy="1325563"/>
          </a:xfrm>
          <a:prstGeom prst="rect">
            <a:avLst/>
          </a:prstGeom>
          <a:solidFill>
            <a:srgbClr val="3241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54DE08-1700-114D-4DE0-E49A2306CA0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6114" y="627510"/>
            <a:ext cx="1902362" cy="80214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77048C-E359-F66D-AD4D-97D47FB3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656" y="365125"/>
            <a:ext cx="91621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C945F-7803-9CF7-4561-E707D977A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ED5CE9-D9E3-0BCB-657F-E0B1BB292D9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6114" y="6230490"/>
            <a:ext cx="1397479" cy="549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A7EC24-58EE-4F9C-D0F0-9AB859A8B60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9463177" y="6176963"/>
            <a:ext cx="2888754" cy="7568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732E36-8F1E-72B3-86EF-9A2E20534CC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169214" y="6311900"/>
            <a:ext cx="1477077" cy="4410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0FE0CF-05EF-4544-6ECA-EC1552F8F48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83687" y="6311900"/>
            <a:ext cx="14287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4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8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spc="120" baseline="0">
          <a:solidFill>
            <a:schemeClr val="bg1"/>
          </a:solidFill>
          <a:latin typeface="Open Sans Light" pitchFamily="2" charset="0"/>
          <a:ea typeface="+mj-ea"/>
          <a:cs typeface="Open Sans Light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Open Sans" pitchFamily="2" charset="0"/>
          <a:ea typeface="+mn-ea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Open Sans" pitchFamily="2" charset="0"/>
          <a:ea typeface="+mn-ea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Open Sans" pitchFamily="2" charset="0"/>
          <a:ea typeface="+mn-ea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Open Sans" pitchFamily="2" charset="0"/>
          <a:ea typeface="+mn-ea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Open Sans" pitchFamily="2" charset="0"/>
          <a:ea typeface="+mn-ea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A04F39-FFFC-2E03-CFD5-91982385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 novità di T-SQL in SQL Server 2025</a:t>
            </a:r>
          </a:p>
        </p:txBody>
      </p:sp>
    </p:spTree>
    <p:extLst>
      <p:ext uri="{BB962C8B-B14F-4D97-AF65-F5344CB8AC3E}">
        <p14:creationId xmlns:p14="http://schemas.microsoft.com/office/powerpoint/2010/main" val="44801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DC0DA2-1D82-C0F8-3120-49C5ACAB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7753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Gilberto Zampatti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RDBMS: …dalle origini</a:t>
            </a:r>
          </a:p>
          <a:p>
            <a:pPr>
              <a:defRPr sz="2400"/>
            </a:pPr>
            <a:r>
              <a:t>SQL Server: dalla 6.5</a:t>
            </a:r>
          </a:p>
          <a:p>
            <a:pPr>
              <a:defRPr sz="2400"/>
            </a:pPr>
            <a:r>
              <a:t>Mentore, trainer, Speaker…</a:t>
            </a:r>
          </a:p>
          <a:p>
            <a:pPr>
              <a:defRPr sz="2400"/>
            </a:pPr>
            <a:r>
              <a:t>Membro fondatore di UGISS</a:t>
            </a:r>
          </a:p>
          <a:p>
            <a:pPr>
              <a:defRPr sz="2400"/>
            </a:pPr>
            <a:r>
              <a:t>Social: Linkedin, Skype, Whatsapp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Premessa</a:t>
            </a:r>
          </a:p>
          <a:p>
            <a:pPr>
              <a:defRPr sz="2400"/>
            </a:pPr>
            <a:r>
              <a:t>Alcune tra le novità del linguaggio</a:t>
            </a:r>
          </a:p>
          <a:p>
            <a:pPr>
              <a:defRPr sz="2400"/>
            </a:pPr>
            <a:r>
              <a:t>REGEXP_LIKE</a:t>
            </a:r>
          </a:p>
          <a:p>
            <a:pPr>
              <a:defRPr sz="2400"/>
            </a:pPr>
            <a:r>
              <a:t>REGEXP_COUNT</a:t>
            </a:r>
          </a:p>
          <a:p>
            <a:pPr>
              <a:defRPr sz="2400"/>
            </a:pPr>
            <a:r>
              <a:t>SUBSTRING</a:t>
            </a:r>
          </a:p>
          <a:p>
            <a:pPr>
              <a:defRPr sz="2400"/>
            </a:pPr>
            <a:r>
              <a:t>DATEADD</a:t>
            </a:r>
          </a:p>
          <a:p>
            <a:pPr>
              <a:defRPr sz="2400"/>
            </a:pPr>
            <a:r>
              <a:t>CURRENT_DATE</a:t>
            </a:r>
          </a:p>
          <a:p>
            <a:pPr>
              <a:defRPr sz="2400"/>
            </a:pPr>
            <a:r>
              <a:t>PRODUCT</a:t>
            </a:r>
          </a:p>
          <a:p>
            <a:pPr>
              <a:defRPr sz="2400"/>
            </a:pPr>
            <a:r>
              <a:t>|| (String concatenation)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Premessa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400"/>
            </a:pPr>
            <a:r>
              <a:t>L’articolo “What's new in SQL Server 2025 (17.x)” presenta un cospicuo elenco di tematiche</a:t>
            </a:r>
          </a:p>
          <a:p>
            <a:pPr>
              <a:defRPr sz="2400"/>
            </a:pPr>
            <a:r>
              <a:t>Modifiche alle edizioni (5 novità)</a:t>
            </a:r>
          </a:p>
          <a:p>
            <a:pPr>
              <a:defRPr sz="2400"/>
            </a:pPr>
            <a:r>
              <a:t>AI (5 novità)</a:t>
            </a:r>
          </a:p>
          <a:p>
            <a:pPr>
              <a:defRPr sz="2400"/>
            </a:pPr>
            <a:r>
              <a:t>Developer (8 novità)</a:t>
            </a:r>
          </a:p>
          <a:p>
            <a:pPr>
              <a:defRPr sz="2400"/>
            </a:pPr>
            <a:r>
              <a:t>Analytics (4 novità)</a:t>
            </a:r>
          </a:p>
          <a:p>
            <a:pPr>
              <a:defRPr sz="2400"/>
            </a:pPr>
            <a:r>
              <a:t>Availability and Disaster Recovery (15 novità)</a:t>
            </a:r>
          </a:p>
          <a:p>
            <a:pPr>
              <a:defRPr sz="2400"/>
            </a:pPr>
            <a:r>
              <a:t>Security (9 novità)</a:t>
            </a:r>
          </a:p>
          <a:p>
            <a:pPr>
              <a:defRPr sz="2400"/>
            </a:pPr>
            <a:r>
              <a:t>Database Engine (12 novità)</a:t>
            </a:r>
          </a:p>
          <a:p>
            <a:pPr>
              <a:defRPr sz="2400"/>
            </a:pPr>
            <a:r>
              <a:t>Query Store and intelligent Query processing (5 novità)</a:t>
            </a:r>
          </a:p>
          <a:p>
            <a:pPr>
              <a:defRPr sz="2400"/>
            </a:pPr>
            <a:r>
              <a:t>Language…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Premessa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Language:</a:t>
            </a:r>
          </a:p>
          <a:p>
            <a:pPr>
              <a:defRPr sz="2400"/>
            </a:pPr>
            <a:r>
              <a:t>Artificial Intelligence (11 novità)</a:t>
            </a:r>
          </a:p>
          <a:p>
            <a:pPr>
              <a:defRPr sz="2400"/>
            </a:pPr>
            <a:r>
              <a:t>Regular Expressions (7 novità)</a:t>
            </a:r>
          </a:p>
          <a:p>
            <a:pPr>
              <a:defRPr sz="2400"/>
            </a:pPr>
            <a:r>
              <a:t>JSON (2 novità)</a:t>
            </a:r>
          </a:p>
          <a:p>
            <a:pPr>
              <a:defRPr sz="2400"/>
            </a:pPr>
            <a:r>
              <a:t>Other improvements and additions (12 novità)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Alcune tra le novità nel linguaggio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REGEXP_LIKE</a:t>
            </a:r>
          </a:p>
          <a:p>
            <a:pPr>
              <a:defRPr sz="2400"/>
            </a:pPr>
            <a:r>
              <a:t>REGEXP_COUNT</a:t>
            </a:r>
          </a:p>
          <a:p>
            <a:pPr>
              <a:defRPr sz="2400"/>
            </a:pPr>
            <a:r>
              <a:t>SUBSTRING</a:t>
            </a:r>
          </a:p>
          <a:p>
            <a:pPr>
              <a:defRPr sz="2400"/>
            </a:pPr>
            <a:r>
              <a:t>DATEADD</a:t>
            </a:r>
          </a:p>
          <a:p>
            <a:pPr>
              <a:defRPr sz="2400"/>
            </a:pPr>
            <a:r>
              <a:t>CURRENT_DATE</a:t>
            </a:r>
          </a:p>
          <a:p>
            <a:pPr>
              <a:defRPr sz="2400"/>
            </a:pPr>
            <a:r>
              <a:t>PRODUCT</a:t>
            </a:r>
          </a:p>
          <a:p>
            <a:pPr>
              <a:defRPr sz="2400"/>
            </a:pPr>
            <a:r>
              <a:t>String Concatenation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REGEXP_LIKE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Funzione</a:t>
            </a:r>
            <a:r>
              <a:rPr dirty="0"/>
              <a:t> </a:t>
            </a:r>
            <a:r>
              <a:rPr dirty="0" err="1"/>
              <a:t>nuova</a:t>
            </a:r>
            <a:r>
              <a:rPr dirty="0"/>
              <a:t>, </a:t>
            </a:r>
            <a:r>
              <a:rPr dirty="0" err="1"/>
              <a:t>una</a:t>
            </a:r>
            <a:r>
              <a:rPr dirty="0"/>
              <a:t> delle 7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permettono</a:t>
            </a:r>
            <a:r>
              <a:rPr dirty="0"/>
              <a:t> </a:t>
            </a:r>
            <a:r>
              <a:rPr dirty="0" err="1"/>
              <a:t>l’utilizzo</a:t>
            </a:r>
            <a:r>
              <a:rPr dirty="0"/>
              <a:t> di regular expressions </a:t>
            </a:r>
            <a:r>
              <a:rPr dirty="0" err="1"/>
              <a:t>nel</a:t>
            </a:r>
            <a:r>
              <a:rPr dirty="0"/>
              <a:t> </a:t>
            </a:r>
            <a:r>
              <a:rPr dirty="0" err="1"/>
              <a:t>linguaggio</a:t>
            </a:r>
            <a:endParaRPr dirty="0"/>
          </a:p>
          <a:p>
            <a:pPr>
              <a:defRPr sz="2400"/>
            </a:pPr>
            <a:r>
              <a:rPr dirty="0"/>
              <a:t>Per </a:t>
            </a:r>
            <a:r>
              <a:rPr dirty="0" err="1"/>
              <a:t>usarla</a:t>
            </a:r>
            <a:r>
              <a:rPr dirty="0"/>
              <a:t>, il database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avere</a:t>
            </a:r>
            <a:r>
              <a:rPr dirty="0"/>
              <a:t> </a:t>
            </a:r>
            <a:r>
              <a:rPr dirty="0" err="1"/>
              <a:t>livello</a:t>
            </a:r>
            <a:r>
              <a:rPr dirty="0"/>
              <a:t> di </a:t>
            </a:r>
            <a:r>
              <a:rPr dirty="0" err="1"/>
              <a:t>compatibilità</a:t>
            </a:r>
            <a:r>
              <a:rPr dirty="0"/>
              <a:t> 170 (SQL Server 2025)</a:t>
            </a:r>
          </a:p>
          <a:p>
            <a:pPr>
              <a:defRPr sz="2400"/>
            </a:pPr>
            <a:r>
              <a:rPr dirty="0"/>
              <a:t>Individua in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stringa</a:t>
            </a:r>
            <a:r>
              <a:rPr dirty="0"/>
              <a:t> un </a:t>
            </a:r>
            <a:r>
              <a:rPr dirty="0" err="1"/>
              <a:t>modello</a:t>
            </a:r>
            <a:r>
              <a:rPr dirty="0"/>
              <a:t> (pattern) con </a:t>
            </a:r>
            <a:r>
              <a:rPr dirty="0" err="1"/>
              <a:t>parametri</a:t>
            </a:r>
            <a:r>
              <a:rPr dirty="0"/>
              <a:t> </a:t>
            </a:r>
            <a:r>
              <a:rPr dirty="0" err="1"/>
              <a:t>opzionali</a:t>
            </a: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REGEXP_LIKE (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string_expression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pattern_expression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 , flags ] )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CD29-96AA-937B-231C-8820B8D3D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REGEXP_LIKE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2C5BD-5DD6-FFAF-5D28-21D72EA34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  <a:r>
              <a:rPr lang="en-US" sz="2400" b="1" dirty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704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REGEXP_COUNT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Funzione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le 7 dedicate alle regular expressions</a:t>
            </a:r>
          </a:p>
          <a:p>
            <a:pPr>
              <a:defRPr sz="2400"/>
            </a:pPr>
            <a:r>
              <a:rPr dirty="0" err="1"/>
              <a:t>Conteggia</a:t>
            </a:r>
            <a:r>
              <a:rPr dirty="0"/>
              <a:t> </a:t>
            </a:r>
            <a:r>
              <a:rPr dirty="0" err="1"/>
              <a:t>quante</a:t>
            </a:r>
            <a:r>
              <a:rPr dirty="0"/>
              <a:t> volte un pattern trova </a:t>
            </a:r>
            <a:r>
              <a:rPr dirty="0" err="1"/>
              <a:t>corrispondenza</a:t>
            </a:r>
            <a:r>
              <a:rPr dirty="0"/>
              <a:t> in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stringa</a:t>
            </a:r>
            <a:endParaRPr dirty="0"/>
          </a:p>
          <a:p>
            <a:pPr>
              <a:defRPr sz="2400"/>
            </a:pPr>
            <a:r>
              <a:rPr dirty="0" err="1"/>
              <a:t>Supporta</a:t>
            </a:r>
            <a:r>
              <a:rPr dirty="0"/>
              <a:t> </a:t>
            </a:r>
            <a:r>
              <a:rPr dirty="0" err="1"/>
              <a:t>parametri</a:t>
            </a:r>
            <a:r>
              <a:rPr dirty="0"/>
              <a:t> </a:t>
            </a:r>
            <a:r>
              <a:rPr dirty="0" err="1"/>
              <a:t>opzionali</a:t>
            </a: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REGEXP_COUNT (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string_expression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pattern_expression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, start [ , flags ] ] )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E268A-EFC6-A8ED-2BC4-8DED1CB9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4199E-6DCF-7F3F-4C17-CAF29825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REGEXP_COUNT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CC322-1C48-35C8-8A01-D378B5917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  <a:r>
              <a:rPr lang="en-US" sz="2400" b="1" dirty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713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79667" cy="4351338"/>
          </a:xfrm>
        </p:spPr>
        <p:txBody>
          <a:bodyPr/>
          <a:lstStyle/>
          <a:p>
            <a:pPr>
              <a:defRPr sz="2400"/>
            </a:pPr>
            <a:r>
              <a:rPr lang="it-IT" dirty="0"/>
              <a:t>Questa funzione è presente in T-SQL dalle origini, ed il suo scopo– come ben sappiamo– è quello di restituire una porzione di una stringa; </a:t>
            </a:r>
          </a:p>
          <a:p>
            <a:pPr>
              <a:defRPr sz="2400"/>
            </a:pPr>
            <a:r>
              <a:rPr lang="it-IT" dirty="0"/>
              <a:t> Nella sua forma originale la sintassi era: </a:t>
            </a:r>
          </a:p>
          <a:p>
            <a:pPr marL="0" indent="0">
              <a:buNone/>
              <a:defRPr sz="2400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(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start ,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</a:p>
          <a:p>
            <a:pPr>
              <a:defRPr sz="2400"/>
            </a:pPr>
            <a:r>
              <a:rPr lang="it-IT" dirty="0"/>
              <a:t>Nella sua nuova forma, invece, è introdotta una piccola, apparentemente insignificante novità: </a:t>
            </a:r>
          </a:p>
          <a:p>
            <a:pPr marL="0" indent="0">
              <a:buNone/>
              <a:defRPr sz="2400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(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start 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/>
              <a:t> </a:t>
            </a:r>
          </a:p>
          <a:p>
            <a:pPr>
              <a:defRPr sz="2400"/>
            </a:pPr>
            <a:r>
              <a:rPr lang="it-IT" dirty="0"/>
              <a:t>Non è più obbligatorio specificare la lunghezza della porzione da estrarre; in assenza di tale </a:t>
            </a:r>
            <a:r>
              <a:rPr lang="it-IT" dirty="0" err="1"/>
              <a:t>element</a:t>
            </a:r>
            <a:r>
              <a:rPr lang="it-IT" dirty="0"/>
              <a:t>, la funzione restituisce tutto il contenuto dell’espressione a partire dal punto di partenza (Start)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C0EEA-E3F0-04A6-36A7-C6A5DA08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A872-3EFD-40F3-071D-7FBDD052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932B4-8D7E-EC85-7F73-C2838DBD2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9667" cy="4351338"/>
          </a:xfrm>
        </p:spPr>
        <p:txBody>
          <a:bodyPr/>
          <a:lstStyle/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r>
              <a:rPr lang="en-US" dirty="0"/>
              <a:t>									</a:t>
            </a:r>
            <a:r>
              <a:rPr lang="en-US" b="1" dirty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39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DATEADD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it-IT" dirty="0"/>
              <a:t>Questa funzione – presente sin dalle prime versioni di SQL Server – consente di aggiungere un numero ad una specifica parte di una data (</a:t>
            </a:r>
            <a:r>
              <a:rPr lang="it-IT" dirty="0" err="1"/>
              <a:t>datepart</a:t>
            </a:r>
            <a:r>
              <a:rPr lang="it-IT" dirty="0"/>
              <a:t>);  </a:t>
            </a:r>
          </a:p>
          <a:p>
            <a:pPr>
              <a:defRPr sz="2400"/>
            </a:pPr>
            <a:r>
              <a:rPr lang="it-IT" dirty="0"/>
              <a:t>La novità in SQL 2025 è che il valore può essere un big </a:t>
            </a:r>
            <a:r>
              <a:rPr lang="it-IT" dirty="0" err="1"/>
              <a:t>integer</a:t>
            </a:r>
            <a:r>
              <a:rPr lang="it-IT" dirty="0"/>
              <a:t> (fino alla versione precedente era un </a:t>
            </a:r>
            <a:r>
              <a:rPr lang="it-IT" dirty="0" err="1"/>
              <a:t>integer</a:t>
            </a:r>
            <a:r>
              <a:rPr lang="it-IT" dirty="0"/>
              <a:t>);  </a:t>
            </a:r>
          </a:p>
          <a:p>
            <a:pPr>
              <a:defRPr sz="2400"/>
            </a:pPr>
            <a:r>
              <a:rPr lang="it-IT" dirty="0"/>
              <a:t>In ogni caso, il risultato deve essere una data nei limiti del proprio data </a:t>
            </a:r>
            <a:r>
              <a:rPr lang="it-IT" dirty="0" err="1"/>
              <a:t>type</a:t>
            </a:r>
            <a:r>
              <a:rPr lang="it-IT" dirty="0"/>
              <a:t>.  </a:t>
            </a:r>
          </a:p>
          <a:p>
            <a:pPr>
              <a:defRPr sz="2400"/>
            </a:pPr>
            <a:r>
              <a:rPr lang="it-IT" dirty="0"/>
              <a:t>La sintassi è come sempre: </a:t>
            </a:r>
          </a:p>
          <a:p>
            <a:pPr marL="0" indent="0">
              <a:buNone/>
              <a:defRPr sz="2400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DATEADD (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datepart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date )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92D59-6010-3DC0-A058-FB7C036F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627C-DAC6-AD84-38B4-B2168CBE9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DATEADD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62C30-6CAA-1DF9-7F15-1AFF27D5C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r>
              <a:rPr lang="en-US" b="1" dirty="0">
                <a:latin typeface="+mn-lt"/>
                <a:cs typeface="Times New Roman" panose="02020603050405020304" pitchFamily="18" charset="0"/>
              </a:rPr>
              <a:t>									DEMO</a:t>
            </a:r>
            <a:endParaRPr b="1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570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CURRENT_DATE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it-IT" dirty="0"/>
              <a:t>Questa funzione restituisce la data corrente del sistema – come rilevata nell’istanza in uso – nel formato date, priva quindi della porzione oraria e della time zone;  </a:t>
            </a:r>
          </a:p>
          <a:p>
            <a:pPr>
              <a:defRPr sz="2400"/>
            </a:pPr>
            <a:r>
              <a:rPr lang="it-IT" dirty="0"/>
              <a:t>È l’equivalente delle duplici funzioni CAST(GETDATE() AS DATE) oppure CONVERT(DATE, </a:t>
            </a:r>
            <a:r>
              <a:rPr lang="it-IT" dirty="0" err="1"/>
              <a:t>datetime</a:t>
            </a:r>
            <a:r>
              <a:rPr lang="it-IT" dirty="0"/>
              <a:t> </a:t>
            </a:r>
            <a:r>
              <a:rPr lang="it-IT" dirty="0" err="1"/>
              <a:t>expression</a:t>
            </a:r>
            <a:r>
              <a:rPr lang="it-IT" dirty="0"/>
              <a:t>); • </a:t>
            </a:r>
          </a:p>
          <a:p>
            <a:pPr>
              <a:defRPr sz="2400"/>
            </a:pPr>
            <a:r>
              <a:rPr lang="it-IT" dirty="0"/>
              <a:t>La sintassi è: </a:t>
            </a:r>
          </a:p>
          <a:p>
            <a:pPr marL="0" indent="0">
              <a:buNone/>
              <a:defRPr sz="2400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CURRENT_DATE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3F6FE-0987-3C77-D134-BA3DC37A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9BE6-4804-953D-C403-ED4B25B5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CURRENT_DATE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412DC-CF8B-76A5-1C5F-73FE9351D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endParaRPr lang="en-US" b="1" dirty="0"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endParaRPr lang="en-US" b="1" dirty="0"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  <a:defRPr sz="2400"/>
            </a:pPr>
            <a:r>
              <a:rPr lang="en-US" b="1" dirty="0">
                <a:latin typeface="+mn-lt"/>
                <a:cs typeface="Times New Roman" panose="02020603050405020304" pitchFamily="18" charset="0"/>
              </a:rPr>
              <a:t>									DEMO</a:t>
            </a:r>
          </a:p>
        </p:txBody>
      </p:sp>
    </p:spTree>
    <p:extLst>
      <p:ext uri="{BB962C8B-B14F-4D97-AF65-F5344CB8AC3E}">
        <p14:creationId xmlns:p14="http://schemas.microsoft.com/office/powerpoint/2010/main" val="153330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it-IT" dirty="0"/>
              <a:t>Questa funzione restituisce il prodotto di tutti i valori (ALL) o dei soli valori distinti (DISTINCT) di un’espressione, ignorando i NULL;  </a:t>
            </a:r>
          </a:p>
          <a:p>
            <a:pPr>
              <a:defRPr sz="2400"/>
            </a:pPr>
            <a:r>
              <a:rPr lang="it-IT" dirty="0"/>
              <a:t>Prevede due possibili sintassi: </a:t>
            </a:r>
          </a:p>
          <a:p>
            <a:pPr marL="0" indent="0">
              <a:buNone/>
              <a:defRPr sz="2400"/>
            </a:pP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PRODUCT( [ ALL | DISTINCT ] </a:t>
            </a:r>
            <a:r>
              <a:rPr lang="it-I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</a:p>
          <a:p>
            <a:pPr marL="0" indent="0">
              <a:buNone/>
              <a:defRPr sz="2400"/>
            </a:pP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PRODUCT( [ ALL ] </a:t>
            </a:r>
            <a:r>
              <a:rPr lang="it-I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OVER ( [ </a:t>
            </a:r>
            <a:r>
              <a:rPr lang="it-I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partition_by_clause</a:t>
            </a: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 [ </a:t>
            </a:r>
            <a:r>
              <a:rPr lang="it-I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order_by_clause</a:t>
            </a: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 ) </a:t>
            </a:r>
            <a:r>
              <a:rPr lang="it-IT" dirty="0"/>
              <a:t> </a:t>
            </a:r>
          </a:p>
          <a:p>
            <a:pPr>
              <a:defRPr sz="2400"/>
            </a:pPr>
            <a:r>
              <a:rPr lang="it-IT" dirty="0"/>
              <a:t>ALL è il comportamento di default;  </a:t>
            </a:r>
          </a:p>
          <a:p>
            <a:pPr>
              <a:defRPr sz="2400"/>
            </a:pPr>
            <a:r>
              <a:rPr lang="it-IT" dirty="0"/>
              <a:t>Il data </a:t>
            </a:r>
            <a:r>
              <a:rPr lang="it-IT" dirty="0" err="1"/>
              <a:t>type</a:t>
            </a:r>
            <a:r>
              <a:rPr lang="it-IT" dirty="0"/>
              <a:t> del risultato è il più preciso, escludendo il bit (</a:t>
            </a:r>
            <a:r>
              <a:rPr lang="it-IT" dirty="0" err="1"/>
              <a:t>int</a:t>
            </a:r>
            <a:r>
              <a:rPr lang="it-IT" dirty="0"/>
              <a:t>, </a:t>
            </a:r>
            <a:r>
              <a:rPr lang="it-IT" dirty="0" err="1"/>
              <a:t>bigint</a:t>
            </a:r>
            <a:r>
              <a:rPr lang="it-IT" dirty="0"/>
              <a:t>, </a:t>
            </a:r>
            <a:r>
              <a:rPr lang="it-IT" dirty="0" err="1"/>
              <a:t>decimal</a:t>
            </a:r>
            <a:r>
              <a:rPr lang="it-IT" dirty="0"/>
              <a:t>(38,0) se non vi sono decimali, </a:t>
            </a:r>
            <a:r>
              <a:rPr lang="it-IT" dirty="0" err="1"/>
              <a:t>decimal</a:t>
            </a:r>
            <a:r>
              <a:rPr lang="it-IT" dirty="0"/>
              <a:t>(38,6) se ve ne sono, money o float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5054D-5327-653A-2B88-5025180A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F1607-EFDC-D84E-C292-3466E520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C27CB-027C-A07D-7CEA-094DDF650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r>
              <a:rPr lang="en-US" dirty="0"/>
              <a:t>									</a:t>
            </a:r>
            <a:r>
              <a:rPr lang="en-US" b="1" dirty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87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|| (String concatenation)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Concatena espressioni alfanumeriche (char/varchar/nchar/nvarchar) o binarie (binary/varbinary)</a:t>
            </a:r>
          </a:p>
          <a:p>
            <a:pPr>
              <a:defRPr sz="2400"/>
            </a:pPr>
            <a:r>
              <a:t>Non supporta text, ntext o image</a:t>
            </a:r>
          </a:p>
          <a:p>
            <a:pPr>
              <a:defRPr sz="2400"/>
            </a:pPr>
            <a:r>
              <a:t>Tipi devono essere uguali o convertibili implicitamente; prevale il tipo con precedenza più alta</a:t>
            </a:r>
          </a:p>
          <a:p>
            <a:pPr>
              <a:defRPr sz="2400"/>
            </a:pPr>
            <a:r>
              <a:t>È standard ANSI</a:t>
            </a:r>
          </a:p>
          <a:p>
            <a:pPr>
              <a:defRPr sz="2400"/>
            </a:pPr>
            <a:r>
              <a:t>Se una è varchar(max)/nvarchar(max): nessun troncamento; altrimenti troncamento a 8000 byte</a:t>
            </a:r>
          </a:p>
          <a:p>
            <a:pPr>
              <a:defRPr sz="2400"/>
            </a:pPr>
            <a:r>
              <a:t>Se una è NULL, il risultato la ignora (come CONCAT)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126A4-A41C-F160-FE1E-E7CA001DF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51E3-9E66-43B9-FC1B-211C03BF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|| (String concatenation)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9BEA-CC87-D818-1916-DB0CC3790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endParaRPr lang="en-US" dirty="0"/>
          </a:p>
          <a:p>
            <a:pPr marL="0" indent="0">
              <a:buNone/>
              <a:defRPr sz="2400"/>
            </a:pPr>
            <a:r>
              <a:rPr lang="en-US" dirty="0"/>
              <a:t>									</a:t>
            </a:r>
            <a:r>
              <a:rPr lang="en-US" b="1" dirty="0"/>
              <a:t>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909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What's New in SQL Server 2025 - SQL Server | Microsoft Learn</a:t>
            </a:r>
          </a:p>
          <a:p>
            <a:pPr>
              <a:defRPr sz="2400"/>
            </a:pPr>
            <a:r>
              <a:t>REGEXP_LIKE (Transact-SQL) - SQL Server | Microsoft Learn</a:t>
            </a:r>
          </a:p>
          <a:p>
            <a:pPr>
              <a:defRPr sz="2400"/>
            </a:pPr>
            <a:r>
              <a:t>REGEXP_COUNT (Transact-SQL) - SQL Server | Microsoft Learn</a:t>
            </a:r>
          </a:p>
          <a:p>
            <a:pPr>
              <a:defRPr sz="2400"/>
            </a:pPr>
            <a:r>
              <a:t>SUBSTRING (Transact-SQL) - SQL Server | Microsoft Learn</a:t>
            </a:r>
          </a:p>
          <a:p>
            <a:pPr>
              <a:defRPr sz="2400"/>
            </a:pPr>
            <a:r>
              <a:t>DATEADD (Transact-SQL) - SQL Server | Microsoft Learn</a:t>
            </a:r>
          </a:p>
          <a:p>
            <a:pPr>
              <a:defRPr sz="2400"/>
            </a:pPr>
            <a:r>
              <a:t>CURRENT_DATE (Transact-SQL) - SQL Server | Microsoft Learn</a:t>
            </a:r>
          </a:p>
          <a:p>
            <a:pPr>
              <a:defRPr sz="2400"/>
            </a:pPr>
            <a:r>
              <a:t>PRODUCT (Transact-SQL) - SQL Server | Microsoft Learn</a:t>
            </a:r>
          </a:p>
          <a:p>
            <a:pPr>
              <a:defRPr sz="2400"/>
            </a:pPr>
            <a:r>
              <a:t>|| (String Concatenation) (Transact-SQL) - SQL Server | Microsoft Learn</a:t>
            </a:r>
          </a:p>
          <a:p>
            <a:pPr>
              <a:defRPr sz="2400"/>
            </a:pPr>
            <a:r>
              <a:t>Table Value Constructor (Transact-SQL) - SQL Server | Microsoft Learn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699F-BA61-706A-4477-DF3B73E24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13F5E-1C34-6B91-7FF0-857F913EC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928708"/>
      </p:ext>
    </p:extLst>
  </p:cSld>
  <p:clrMapOvr>
    <a:masterClrMapping/>
  </p:clrMapOvr>
</p:sld>
</file>

<file path=ppt/theme/theme1.xml><?xml version="1.0" encoding="utf-8"?>
<a:theme xmlns:a="http://schemas.openxmlformats.org/drawingml/2006/main" name="Event Them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vent Them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vent Theme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Office PowerPoint</Application>
  <PresentationFormat>Widescreen</PresentationFormat>
  <Paragraphs>171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Open Sans</vt:lpstr>
      <vt:lpstr>Open Sans Light</vt:lpstr>
      <vt:lpstr>Times New Roman</vt:lpstr>
      <vt:lpstr>Event Theme 2</vt:lpstr>
      <vt:lpstr>1_Event Theme 2</vt:lpstr>
      <vt:lpstr>Event Theme 4</vt:lpstr>
      <vt:lpstr>Le novità di T-SQL in SQL Server 2025</vt:lpstr>
      <vt:lpstr>PowerPoint Presentation</vt:lpstr>
      <vt:lpstr>Gilberto Zampatti</vt:lpstr>
      <vt:lpstr>Agenda</vt:lpstr>
      <vt:lpstr>Premessa (1)</vt:lpstr>
      <vt:lpstr>Premessa (2)</vt:lpstr>
      <vt:lpstr>Alcune tra le novità nel linguaggio</vt:lpstr>
      <vt:lpstr>REGEXP_LIKE</vt:lpstr>
      <vt:lpstr>REGEXP_LIKE</vt:lpstr>
      <vt:lpstr>REGEXP_COUNT</vt:lpstr>
      <vt:lpstr>REGEXP_COUNT</vt:lpstr>
      <vt:lpstr>SUBSTRING</vt:lpstr>
      <vt:lpstr>SUBSTRING</vt:lpstr>
      <vt:lpstr>DATEADD</vt:lpstr>
      <vt:lpstr>DATEADD</vt:lpstr>
      <vt:lpstr>CURRENT_DATE</vt:lpstr>
      <vt:lpstr>CURRENT_DATE</vt:lpstr>
      <vt:lpstr>PRODUCT</vt:lpstr>
      <vt:lpstr>PRODUCT</vt:lpstr>
      <vt:lpstr>|| (String concatenation)</vt:lpstr>
      <vt:lpstr>|| (String concatenation)</vt:lpstr>
      <vt:lpstr>Useful links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Parenzan</dc:creator>
  <cp:lastModifiedBy>Gilberto Zampatti</cp:lastModifiedBy>
  <cp:revision>21</cp:revision>
  <dcterms:created xsi:type="dcterms:W3CDTF">2022-10-11T15:09:05Z</dcterms:created>
  <dcterms:modified xsi:type="dcterms:W3CDTF">2026-02-28T08:59:40Z</dcterms:modified>
</cp:coreProperties>
</file>